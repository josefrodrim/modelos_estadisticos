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31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A9DFB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91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08 · MÓDULO 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Discriminante</a:t>
            </a:r>
            <a:endParaRPr lang="en-US" sz="27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Lineal (LDA)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· Frontera de decisión · LDA vs Logística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2B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3 · Análisis Discriminante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la regla de Fisher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J(w) = wᵀSᴮw / wᵀSᵥᵥw — la idea geométrica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Sᴮ, Sᵥᵥ y w = Sᵥᵥ⁻¹(μ₁−μ₀)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Manualmente en NumPy y verificar contra sklearn LDA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la frontera de decisión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sobre w · umbral · distancia como confianza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LDA con Logística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son equivalentes · outliers · distribuciones no normales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pregunta de hoy: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1572768"/>
            <a:ext cx="3383280" cy="548640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62763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¿En qué dirección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separan mejor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nubes de puntos?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2249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Fisher: la dirección que maximiza la separación entre medias dividida por la dispersión interna.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'¿Cuántos conocen PCA? LDA es similar pero supervisado — usa las etiquetas de clase para guiar la proyección.'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regla de Fisher — maximizar separación / dispersión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detrás de LDA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7548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52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J(w) = wᵀSᴮw / wᵀSᵥᵥw  →  máx w*  =  Sᵥᵥ⁻¹(μ₁ − μ₀)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82496"/>
            <a:ext cx="406908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82496"/>
            <a:ext cx="406908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922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matrices scatter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2176272"/>
            <a:ext cx="3749040" cy="80467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31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Sᵥᵥ (within-class)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87168" y="2212848"/>
            <a:ext cx="160020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2402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Σₖ(xᵢ−μₖ)(xᵢ−μₖ)ᵀ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52374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DENTRO de cada clase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que sea pequeña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3072384"/>
            <a:ext cx="3749040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27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Sᴮ (between-class)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87168" y="3108960"/>
            <a:ext cx="160020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3136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nₖ Σₖ(μₖ−μ)(μₖ−μ)ᵀ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41985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ENTRE medias de clase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que sea grande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" y="3968496"/>
            <a:ext cx="3749040" cy="80467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23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Sᵥᵥ⁻¹(μ₁−μ₀)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487168" y="4005072"/>
            <a:ext cx="160020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403250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solución cerrada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3159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iterativa — calcula directamente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682496"/>
            <a:ext cx="4160520" cy="321868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682496"/>
            <a:ext cx="416052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7922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Intuición geométrica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Proyectar todos los puntos sobre w: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2542032"/>
            <a:ext cx="3931920" cy="43891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615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26151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z₀.mean() vs z₁.mean() — lo más distinto posible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73168" y="3035808"/>
            <a:ext cx="39319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31089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z₀.std() y z₁.std() — lo más pequeña posible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73168" y="3529584"/>
            <a:ext cx="3931920" cy="43891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36027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= (z₀.mean() + z₁.mean()) / 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4023360"/>
            <a:ext cx="39319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096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096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Clase 1 si wᵀx ≥ th, sino Clase 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4553712"/>
            <a:ext cx="3931920" cy="2743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5902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≈ 98.7% en datos de crédito separados como en el notebook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Dibujar en pizarrón: dos nubes de puntos, una flecha que las separa (buena dirección) y otra que no (mala dirección).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Supuestos de LDA — qué tiene que cumplirse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estos supuestos, LDA pierde optimalidad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los supuestos se cumplen → LDA es el clasificador de Bayes óptimo (menor error posible)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64208"/>
            <a:ext cx="850392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73936"/>
            <a:ext cx="438912" cy="43891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multivariante por clase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4128" y="2066544"/>
            <a:ext cx="2606040" cy="237744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0939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Xₖ ~ N(μₖ, Σ)  para cada clase 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30752" y="1755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viola: Datos muy asimétricos, outliers severos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19088" y="175564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Transformar features (log, Box-Cox) o usar Logística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670048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70048"/>
            <a:ext cx="850392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779776"/>
            <a:ext cx="438912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 común Σ entre clases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4128" y="3072384"/>
            <a:ext cx="2606040" cy="237744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0998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Σ₀ = Σ₁ = ⋯ = Σ  (misma para todas las clases)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0752" y="27614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viola: Nubes de puntos con formas muy distintas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19088" y="2761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Usar QDA que estima Σₖ separada por clase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675888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75888"/>
            <a:ext cx="850392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785616"/>
            <a:ext cx="438912" cy="4389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85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4128" y="3767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&gt;&gt; p (más datos que features)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24128" y="4078224"/>
            <a:ext cx="2606040" cy="237744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41056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n/p &gt; 5 mínimo, idealmente &gt; 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30752" y="376732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viola: Sᵥᵥ casi singular — inversión inestable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19088" y="37673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Regularized LDA (LDA shrinkage) o PCA previa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Verificar supuesto S2: imprimir np.cov(X[y==0].T) y np.cov(X[y==1].T). Si son muy distintas → QDA.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LDA multiclase — reducción a K−1 dimensiones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y clasificar con muchos grupos simultáneamente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6908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06908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Generalización a K clases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82496"/>
            <a:ext cx="3749040" cy="62179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clases → K−1 ejes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751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clases: 1 eje LD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clases: 2 ejes LD1, LD2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clases: K−1 ejes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2377440"/>
            <a:ext cx="3749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32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Sᴮ generalizada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Σₖ nₖ(μₖ−μ)(μₖ−μ)ᵀ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Donde μ = media global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3072384"/>
            <a:ext cx="3749040" cy="62179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lda.transform(X)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 dimensión a K−1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3767328"/>
            <a:ext cx="37490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221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599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Distancia a centroide más cercano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D8A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espacio discriminante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discriminantes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1627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lda.scalings_ — importancia de cada feature en cada eje LD: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1993392"/>
            <a:ext cx="3931920" cy="658368"/>
          </a:xfrm>
          <a:prstGeom prst="rect">
            <a:avLst/>
          </a:prstGeom>
          <a:solidFill>
            <a:srgbClr val="1C2B3A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04825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nm, c1, c2 in zip(feats, lda.scalings_[:,0], lda.scalings_[:,1]):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print(f'{nm}: LD1={c1:+.3f}  LD2={c2:+.3f}')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27432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LD1 = dirección que separa más las 3 clases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LD2 = siguiente dirección ortogonal a LD1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grandes → esa feature discrimina más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168" y="3566160"/>
            <a:ext cx="3931920" cy="1188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36393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— segmentación de riesgo bancario: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01184" y="393192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clases: Alto / Medio / Bajo riesgo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features: deuda, historial, ingresos, antigüedad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= 82.5% con LDA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LD1-LD2 muestra separación clara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vivo: lda.transform(X) reduce de 4D a 2D. Hacer scatter LD1 vs LD2 — los 3 grupos se ven separados.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LDA vs Logística — cuándo usar cada uno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Supuestos, robustez y performance comparados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389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Cuando MVN se cumple: LDA ≈ Logística en AUC/Acc. Con violaciones: Logística es más robusta.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2048256" cy="31089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55064"/>
            <a:ext cx="1911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609344"/>
            <a:ext cx="2724912" cy="31089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65506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609344"/>
            <a:ext cx="3611880" cy="31089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655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2048256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956816"/>
            <a:ext cx="2724912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1956816"/>
            <a:ext cx="3611880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208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sobre 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0208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+ Σ común por clase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0" y="2020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— semi-paramétrico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368296"/>
            <a:ext cx="204825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2368296"/>
            <a:ext cx="272491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2368296"/>
            <a:ext cx="36118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3230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243230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var. entre clases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24323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— maximizar log-lik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779776"/>
            <a:ext cx="2048256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23160" y="2779776"/>
            <a:ext cx="2724912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2779776"/>
            <a:ext cx="3611880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4378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clases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284378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clases naturalmente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843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(o multinomial extra)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191256"/>
            <a:ext cx="204825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3191256"/>
            <a:ext cx="272491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3191256"/>
            <a:ext cx="36118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25526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a outliers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14600" y="325526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— sensible a outliers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2552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más flexible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602736"/>
            <a:ext cx="2048256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3602736"/>
            <a:ext cx="2724912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3602736"/>
            <a:ext cx="3611880" cy="36576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6674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estadística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14600" y="366674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si MVN se cumple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si MVN se cumple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014216"/>
            <a:ext cx="2048256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23160" y="4014216"/>
            <a:ext cx="2724912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4014216"/>
            <a:ext cx="36118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0782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cuando...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514600" y="4078224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aprox. normales, multiclase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03520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normales, features mixtas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507992"/>
            <a:ext cx="8503920" cy="347472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5628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empírico: Normal (MVN OK) → AUC_LDA≈AUC_Log. Con outliers → AUC_Log &gt; AUC_LDA.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vivo: agregar 30 outliers severos al dataset. Ver cómo cae el AUC de LDA pero Logística se mantiene.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Clase08_LDA.ipynb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9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Fisher manual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mu0, mu1 = X0.mean(0), X1.mean(0)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 = (X0-mu0).T@(X0-mu0) + (X1-mu1).T@(X1-mu1)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= np.linalg.inv(Sw) @ (mu1 - mu0)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/= np.linalg.norm(w)   # normalizar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z0 = X0 @ w;  z1 = X1 @ 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 = (z0.mean() + z1.mean()) /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9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LDA sklearn multiclase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sklearn.discriminant_analysis import \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LinearDiscriminantAnalysis as LDA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 = LDA()  # solver='svd' por defecto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lda.fit(X_train, y_train)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X_proj = lda.transform(X_test)  # K-1 dims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print(lda.scalings_)  # coefs 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D3D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9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Comparación LDA vs Logística — resultados típicos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 = {'LDA': LDA(), 'Logística': LogisticRegression(C=1e6)}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" y="340614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nm, m in modelos.items():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m.fit(X_tr, y_tr)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auc = roc_auc_score(y_te, m.predict_proba(X_te)[:,1])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1330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accuracy_score(y_te, m.predict(X_te))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print(f'{nm}: AUC={auc:.4f}  Acc={acc:.4f}')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Normal→ LDA≈Log | Outliers→ Logística gana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1E8449">
              <a:alpha val="17000"/>
            </a:srgbClr>
          </a:solidFill>
          <a:ln w="12700">
            <a:solidFill>
              <a:srgbClr val="A9DFBF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8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2B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C8E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Fisher: w = Sᵥᵥ⁻¹(μ₁−μ₀) — fórmula cerrada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Sᴮ = varianza entre medias · Sᵥᵥ = varianza interna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= (z₀.mean() + z₁.mean()) /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multiclase reduce a K−1 dimensiones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Supuestos: MVN + Σ común — verificar antes de usar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outliers: Logística es más robusta que LDA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Clase 9 — Scores · QDA · Error por clase · Caso marketing completo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1384</Words>
  <Application>Microsoft Macintosh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3</cp:revision>
  <dcterms:created xsi:type="dcterms:W3CDTF">2026-04-11T18:32:43Z</dcterms:created>
  <dcterms:modified xsi:type="dcterms:W3CDTF">2026-04-20T04:21:45Z</dcterms:modified>
</cp:coreProperties>
</file>